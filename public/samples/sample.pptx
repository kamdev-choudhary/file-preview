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bodyPr/>
          <a:p>
            <a:r>
              <a:t>Presenter note for slide 1: this text lives in notesSlide1.xml.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sp>
        <p:txBody>
          <a:bodyPr/>
          <a:p>
            <a:r>
              <a:t>Presenter note for slide 2: this text lives in notesSlide2.xml.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sp>
        <p:txBody>
          <a:bodyPr/>
          <a:p>
            <a:r>
              <a:t>Presenter note for slide 3: this text lives in notesSlide3.xml.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nvPr>
            <p:ph type="title"/>
          </p:nvPr>
        </p:nvSpPr>
        <p:txBody>
          <a:bodyPr/>
          <a:p>
            <a:r>
              <a:t>Universal file preview</a:t>
            </a:r>
          </a:p>
        </p:txBody>
      </p:sp>
      <p:sp>
        <p:nvSpPr>
          <p:cNvPr id="3" name="Body"/>
          <p:nvPr>
            <p:ph type="body" idx="1"/>
          </p:nvPr>
        </p:nvSpPr>
        <p:txBody>
          <a:bodyPr/>
          <a:p>
            <a:r>
              <a:t>One component, every file type</a:t>
            </a:r>
          </a:p>
          <a:p>
            <a:pPr lvl="1"/>
            <a:r>
              <a:t>Framework-free web component</a:t>
            </a:r>
          </a:p>
          <a:p>
            <a:pPr lvl="1"/>
            <a:r>
              <a:t>Lazy-loaded viewers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nvPr>
            <p:ph type="title"/>
          </p:nvPr>
        </p:nvSpPr>
        <p:txBody>
          <a:bodyPr/>
          <a:p>
            <a:r>
              <a:t>How detection works</a:t>
            </a:r>
          </a:p>
        </p:txBody>
      </p:sp>
      <p:sp>
        <p:nvSpPr>
          <p:cNvPr id="3" name="Body"/>
          <p:nvPr>
            <p:ph type="body" idx="1"/>
          </p:nvPr>
        </p:nvSpPr>
        <p:txBody>
          <a:bodyPr/>
          <a:p>
            <a:r>
              <a:t>Magic bytes first</a:t>
            </a:r>
          </a:p>
          <a:p>
            <a:pPr lvl="1"/>
            <a:r>
              <a:t>Extension decides OOXML</a:t>
            </a:r>
          </a:p>
          <a:p>
            <a:pPr lvl="1"/>
            <a:r>
              <a:t>Declared MIME last</a:t>
            </a:r>
          </a:p>
          <a:p>
            <a:r>
              <a:t>A .txt that is really a PDF still renders as a PDF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nvPr>
            <p:ph type="title"/>
          </p:nvPr>
        </p:nvSpPr>
        <p:txBody>
          <a:bodyPr/>
          <a:p>
            <a:r>
              <a:t>Fidelity caveat</a:t>
            </a:r>
          </a:p>
        </p:txBody>
      </p:sp>
      <p:sp>
        <p:nvSpPr>
          <p:cNvPr id="3" name="Body"/>
          <p:nvPr>
            <p:ph type="body" idx="1"/>
          </p:nvPr>
        </p:nvSpPr>
        <p:txBody>
          <a:bodyPr/>
          <a:p>
            <a:r>
              <a:t>Text and images are extracted from the package</a:t>
            </a:r>
          </a:p>
          <a:p>
            <a:pPr lvl="1"/>
            <a:r>
              <a:t>Layout and theming are not reproduced</a:t>
            </a:r>
          </a:p>
          <a:p>
            <a:pPr lvl="1"/>
            <a:r>
              <a:t>Use the Office viewer for exact rendering</a:t>
            </a:r>
          </a:p>
        </p:txBody>
      </p:sp>
    </p:spTree>
  </p:cSld>
</p:sld>
</file>